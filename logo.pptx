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203"/>
    <a:srgbClr val="BA200B"/>
    <a:srgbClr val="F26522"/>
    <a:srgbClr val="692F18"/>
    <a:srgbClr val="EBE5D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0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9982-9252-511F-3BE3-44D4BACC1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2A685-762A-6DE0-C277-2C923706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3939C-C3E4-6357-E5AC-A632976D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BA2FA-33B5-76E4-C0C1-0DE95D0A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770A1-2527-F4EF-88FF-656640DC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030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942B-4531-F6C2-334B-D8FE80E2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357D-9273-72B4-4AEB-592CCBA50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42847-4F0C-5716-2900-44539282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155B9-6F76-DF8C-8414-54EA595D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0929-65C1-595A-7A8B-2047E321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096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29749-C696-302E-FC74-DE288880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81CA5-DF6E-36AC-28BA-16D39178D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8186-27DB-1BD7-7D48-2C641929B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DE8C8-76F2-B62E-B7ED-4779E493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CB3B6-C394-B5BA-184D-1F8437BF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281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529D-07FC-9433-7B56-9963FDB9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F128A-D423-06D9-7F07-A459764E0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C27EC-491E-57BB-82B7-0A27ACA7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94671-F1D9-C642-E101-611270CF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E7627-6D39-8F07-0989-B06C03C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EBDC-214F-7219-0E11-A082E6D5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27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C34B-E106-DE56-16F6-6DFF9482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BE2AE-4217-E0C7-D144-0EFDE8F4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331C7-4B7A-5E7A-F9BB-28C06B79C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0EB3DD-DBF0-C741-583F-686C06FC5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50AC6-76E7-7223-403B-E88E1AE56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E5A03-53F4-2EF5-7CAA-5F90050D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0AABA-8A6D-337E-1C67-658619BD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9C303-480E-8F34-692C-217950B8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772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585B-69CB-43BD-ADA3-D226C2F8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63FC9-BA9B-4B94-9373-0047758F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28C5F-AEE9-6395-2A26-8704DB7D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CB19F-E2AD-97AA-5ECF-FC9F0D08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121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398E1-30B9-E049-FD8F-49633015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92FC5-8538-8CCE-62C8-7FA47365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D387A-2178-5FC9-C932-3CE6E960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643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016D-E437-017E-FC3E-422B964A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69D2F-DE1D-607C-6E1F-42057A87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0B7B1-7B1D-273C-D255-AFEB377A6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980EF-F2E5-DF07-D906-FB85A83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5C856-C8D6-4119-B435-3F7FBBCE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96267-ED01-DF19-02C0-0BE54349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12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892C-3E78-495C-7591-858774AA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70D53-9536-9A8F-6A34-A3E80B3AC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52CB5-4941-D23D-EFC8-D07D696A2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5C34D-3087-FFCC-4D8D-1E073909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26602-A8FF-2736-5B07-037229C4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55B16-4878-C6CD-DFD6-0D080833C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264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BD80-5DED-E508-A97B-B778A24F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C7445-E36F-84CF-383E-8C1E70B50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61BC5-EC0C-4C0F-844B-7D1E47FD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C61D-E1E9-361D-059C-96642D64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E99B-F93B-1C42-D615-CE27257B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786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231CA-A02B-B7A6-1F5B-1B27D409D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F42E8-603C-C964-D79B-03231B76F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F0937-7CB0-96A0-6DEC-8F7C3542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CD19B-6F58-4489-1521-538AC655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43D18-B0CF-FEB8-57AE-B9A6F648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017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3D294B-105F-E479-F0CE-FD7C4ED4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B2BCB-450B-34D1-8130-B5B20C65C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EE629-0099-4FD7-EFA4-7D8323C7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A7C81-71E4-48DA-9EEA-60087C9BFD02}" type="datetimeFigureOut">
              <a:rPr lang="en-ID" smtClean="0"/>
              <a:t>09/06/2026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B70E2-6C74-33A7-C946-76588FF82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AE4D4-7386-ABE5-2E7C-075F77FAF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5453A-C62F-4C60-B5C8-7B20482CDF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40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1F9666-6513-D051-D306-ECEDAD46C43C}"/>
              </a:ext>
            </a:extLst>
          </p:cNvPr>
          <p:cNvSpPr txBox="1"/>
          <p:nvPr/>
        </p:nvSpPr>
        <p:spPr>
          <a:xfrm>
            <a:off x="4315338" y="2635061"/>
            <a:ext cx="2969774" cy="1354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ID" sz="2400" dirty="0">
                <a:solidFill>
                  <a:srgbClr val="D64203"/>
                </a:solidFill>
              </a:rPr>
              <a:t>Towards a Global South-driven Future for Development Studies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36BED-1F3E-422A-3854-B95834E2EBD5}"/>
              </a:ext>
            </a:extLst>
          </p:cNvPr>
          <p:cNvSpPr txBox="1"/>
          <p:nvPr/>
        </p:nvSpPr>
        <p:spPr>
          <a:xfrm>
            <a:off x="7264479" y="2639895"/>
            <a:ext cx="16405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MANCHESTER UNIVERSITY</a:t>
            </a:r>
            <a:endParaRPr lang="en-ID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F08A5B-8730-B92A-D09C-E0D983BF6332}"/>
              </a:ext>
            </a:extLst>
          </p:cNvPr>
          <p:cNvSpPr txBox="1"/>
          <p:nvPr/>
        </p:nvSpPr>
        <p:spPr>
          <a:xfrm>
            <a:off x="7261412" y="2920334"/>
            <a:ext cx="16405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PADJADJARAN UNIVERSITY</a:t>
            </a:r>
            <a:endParaRPr lang="en-ID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D3D6C-C53C-96B2-74E0-70B08D5483A2}"/>
              </a:ext>
            </a:extLst>
          </p:cNvPr>
          <p:cNvSpPr txBox="1"/>
          <p:nvPr/>
        </p:nvSpPr>
        <p:spPr>
          <a:xfrm>
            <a:off x="6913324" y="3185636"/>
            <a:ext cx="1988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UNIVESITY OF SOUTH AFRICA</a:t>
            </a:r>
            <a:endParaRPr lang="en-ID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5EA32E-D840-4085-5F72-8F204802659A}"/>
              </a:ext>
            </a:extLst>
          </p:cNvPr>
          <p:cNvSpPr txBox="1"/>
          <p:nvPr/>
        </p:nvSpPr>
        <p:spPr>
          <a:xfrm>
            <a:off x="6924469" y="3451500"/>
            <a:ext cx="1988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UNIVERSITY OF JOHANNESBURG</a:t>
            </a:r>
            <a:endParaRPr lang="en-ID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B4C5D3-E8D6-9E39-0279-D67CCCACB984}"/>
              </a:ext>
            </a:extLst>
          </p:cNvPr>
          <p:cNvSpPr txBox="1"/>
          <p:nvPr/>
        </p:nvSpPr>
        <p:spPr>
          <a:xfrm>
            <a:off x="6916391" y="3690687"/>
            <a:ext cx="1988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KING’S COLLEGE LONDON</a:t>
            </a:r>
            <a:endParaRPr lang="en-ID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B078DA-9239-CD3C-AC6C-6141E2AB4206}"/>
              </a:ext>
            </a:extLst>
          </p:cNvPr>
          <p:cNvSpPr txBox="1"/>
          <p:nvPr/>
        </p:nvSpPr>
        <p:spPr>
          <a:xfrm>
            <a:off x="4315338" y="2369314"/>
            <a:ext cx="459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BANDUNG, INDONESIA &amp;  JOHANNESBURG, SOUTH AFRICA 2027</a:t>
            </a:r>
            <a:endParaRPr lang="en-ID" sz="10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C0050F-7309-81D5-C48D-F51D25212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046" y="2139717"/>
            <a:ext cx="2250394" cy="225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5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5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17169-26F9-92A4-6CCC-ED4256312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52C3595-80BC-C0A3-EC2F-43F49C3E0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744" y="1858947"/>
            <a:ext cx="2799445" cy="27994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54DA54-A2BD-5E06-DF66-B4C547ACEABF}"/>
              </a:ext>
            </a:extLst>
          </p:cNvPr>
          <p:cNvSpPr txBox="1"/>
          <p:nvPr/>
        </p:nvSpPr>
        <p:spPr>
          <a:xfrm>
            <a:off x="3589197" y="2581273"/>
            <a:ext cx="2969774" cy="1354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ID" sz="2400" dirty="0">
                <a:solidFill>
                  <a:srgbClr val="D64203"/>
                </a:solidFill>
              </a:rPr>
              <a:t>Towards a Global South-driven Future for Development Studies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5DB9B78-F28A-E37D-CD75-AB22438F4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86"/>
          <a:stretch>
            <a:fillRect/>
          </a:stretch>
        </p:blipFill>
        <p:spPr>
          <a:xfrm>
            <a:off x="4355667" y="5053012"/>
            <a:ext cx="1740333" cy="7218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D58418-533D-8023-E31D-466BD4FCF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234343"/>
            <a:ext cx="602518" cy="60063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B22AF37-F2DE-3BBB-B4B4-9C550704A46F}"/>
              </a:ext>
            </a:extLst>
          </p:cNvPr>
          <p:cNvGrpSpPr/>
          <p:nvPr/>
        </p:nvGrpSpPr>
        <p:grpSpPr>
          <a:xfrm>
            <a:off x="6891384" y="5240341"/>
            <a:ext cx="602519" cy="600165"/>
            <a:chOff x="3580539" y="923365"/>
            <a:chExt cx="5142120" cy="512203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543A2D3-74D4-F7B8-FEF1-2F5941BE9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64" t="4182" r="11849" b="21130"/>
            <a:stretch>
              <a:fillRect/>
            </a:stretch>
          </p:blipFill>
          <p:spPr>
            <a:xfrm>
              <a:off x="3580539" y="923365"/>
              <a:ext cx="5142120" cy="5122034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E221B6-E8C7-DEBA-183A-EF59BE3AD4E2}"/>
                </a:ext>
              </a:extLst>
            </p:cNvPr>
            <p:cNvSpPr/>
            <p:nvPr/>
          </p:nvSpPr>
          <p:spPr>
            <a:xfrm>
              <a:off x="3580539" y="4698627"/>
              <a:ext cx="5142120" cy="1346772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045D879-51CF-C732-09B8-F46FA7A019A7}"/>
              </a:ext>
            </a:extLst>
          </p:cNvPr>
          <p:cNvSpPr txBox="1"/>
          <p:nvPr/>
        </p:nvSpPr>
        <p:spPr>
          <a:xfrm>
            <a:off x="6538338" y="2586107"/>
            <a:ext cx="16405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MANCHESTER UNIVERSITY</a:t>
            </a:r>
            <a:endParaRPr lang="en-ID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62ADF-8E72-ADED-AC88-AAF5287ACB04}"/>
              </a:ext>
            </a:extLst>
          </p:cNvPr>
          <p:cNvSpPr txBox="1"/>
          <p:nvPr/>
        </p:nvSpPr>
        <p:spPr>
          <a:xfrm>
            <a:off x="6535271" y="2866546"/>
            <a:ext cx="16405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PADJADJARAN UNIVERSITY</a:t>
            </a:r>
            <a:endParaRPr lang="en-ID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2979C9-DF35-23EC-CB97-CF2A2755091B}"/>
              </a:ext>
            </a:extLst>
          </p:cNvPr>
          <p:cNvSpPr txBox="1"/>
          <p:nvPr/>
        </p:nvSpPr>
        <p:spPr>
          <a:xfrm>
            <a:off x="6187183" y="3131848"/>
            <a:ext cx="1988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UNIVESITY OF SOUTH AFRICA</a:t>
            </a:r>
            <a:endParaRPr lang="en-ID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A301C-8011-AD0E-12CB-5DCFE7D885F3}"/>
              </a:ext>
            </a:extLst>
          </p:cNvPr>
          <p:cNvSpPr txBox="1"/>
          <p:nvPr/>
        </p:nvSpPr>
        <p:spPr>
          <a:xfrm>
            <a:off x="6198328" y="3397712"/>
            <a:ext cx="1988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UNIVERSITY OF JOHANNESBURG</a:t>
            </a:r>
            <a:endParaRPr lang="en-ID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F82007-2ED9-E745-66D4-84861B5191A4}"/>
              </a:ext>
            </a:extLst>
          </p:cNvPr>
          <p:cNvSpPr txBox="1"/>
          <p:nvPr/>
        </p:nvSpPr>
        <p:spPr>
          <a:xfrm>
            <a:off x="6190250" y="3636899"/>
            <a:ext cx="1988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KING’S COLLEGE LONDON</a:t>
            </a:r>
            <a:endParaRPr lang="en-ID" sz="900" dirty="0"/>
          </a:p>
        </p:txBody>
      </p:sp>
    </p:spTree>
    <p:extLst>
      <p:ext uri="{BB962C8B-B14F-4D97-AF65-F5344CB8AC3E}">
        <p14:creationId xmlns:p14="http://schemas.microsoft.com/office/powerpoint/2010/main" val="371133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Arief Yusuf</dc:creator>
  <cp:lastModifiedBy>Arief Yusuf</cp:lastModifiedBy>
  <cp:revision>2</cp:revision>
  <dcterms:created xsi:type="dcterms:W3CDTF">2026-06-09T14:13:53Z</dcterms:created>
  <dcterms:modified xsi:type="dcterms:W3CDTF">2026-06-09T15:53:51Z</dcterms:modified>
</cp:coreProperties>
</file>